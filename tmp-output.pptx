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artifact-a79dfae4-b69d-4a46-9308-08a5b2504ae8-0.html</dc:title>
  <dc:subject>Conversao de HTML para PowerPoint</dc:subject>
  <dc:creator>Codex</dc:creator>
  <cp:lastModifiedBy>Codex</cp:lastModifiedBy>
  <cp:revision>1</cp:revision>
  <dcterms:created xsi:type="dcterms:W3CDTF">2026-03-31T22:30:57Z</dcterms:created>
  <dcterms:modified xsi:type="dcterms:W3CDTF">2026-03-31T22:30:57Z</dcterms:modified>
</cp:coreProperties>
</file>